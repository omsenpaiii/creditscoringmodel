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1695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108813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3C5D"/>
                </a:solidFill>
                <a:latin typeface="Aptos"/>
              </a:rPr>
              <a:t>AI-Powered Credit Scoring and Document OCR System for Loan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566573"/>
                </a:solidFill>
                <a:latin typeface="Aptos"/>
              </a:rPr>
              <a:t>CO-OP Project at Industry (Module-2) | Project Type: Copyright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Team: Om Tomar, Sahajpal Singh, Ridhima Chopra, Ishpreet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Supervisor/Mentor: Lalit Sharma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Best German Credit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0.831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Best Lending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0.722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Submission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GitHub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Reliable digital lending needs risk prediction and document understanding.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6692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Manual document checks slow loan onboarding and increase operational cost.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Credit-risk models must detect risky borrowers while staying explainable.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A GitHub-verifiable package is needed for evaluation, reproducibility, and IPR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00200"/>
            <a:ext cx="4389120" cy="1005840"/>
          </a:xfrm>
          <a:prstGeom prst="roundRect">
            <a:avLst/>
          </a:prstGeom>
          <a:solidFill>
            <a:srgbClr val="FEF9E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170992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200253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End-to-end AI workflow for loan risk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880360"/>
            <a:ext cx="4389120" cy="1005840"/>
          </a:xfrm>
          <a:prstGeom prst="roundRect">
            <a:avLst/>
          </a:prstGeom>
          <a:solidFill>
            <a:srgbClr val="EAF2F8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1" y="299008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328269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Runnable source code + report + PPT + IPR placeholder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389120" cy="1005840"/>
          </a:xfrm>
          <a:prstGeom prst="roundRect">
            <a:avLst/>
          </a:prstGeom>
          <a:solidFill>
            <a:srgbClr val="E8F8F5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1" y="427024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456285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Metrics, plots, reproducible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Build a reproducible credit-scoring benchmark on public datasets.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Compare Logistic Regression, Random Forest, Gradient Boosting, and MLP.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Save traceable metrics, plots, confusion matrices, and feature importance.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Prepare real SROIE/FUNSD scanned-document data for PaddleOCR evaluation and fine-tuning.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Package the repository according to final evaluation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thod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10881360" cy="3914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66573"/>
                </a:solidFill>
                <a:latin typeface="Aptos"/>
              </a:rPr>
              <a:t>Credit scoring is the core decision pipeline. OCR is the real-data document-intake extension for borrower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Credit-Scoring Experiment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Datasets: German Credit and Lending Club sample.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Preprocessing: imputation, one-hot encoding, scaling, class weighting, oversampling.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Metrics: ROC-AUC, PR-AUC, precision, recall, F1, accuracy, confusion matrix.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Explainability: feature-importance CSV and plot saved for every run.</a:t>
            </a:r>
          </a:p>
        </p:txBody>
      </p:sp>
      <p:pic>
        <p:nvPicPr>
          <p:cNvPr id="9" name="Picture 8" descr="credit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577840" cy="2762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Best Credit-Scoring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81328"/>
            <a:ext cx="4608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German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773936"/>
            <a:ext cx="46085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Logistic Regression
ROC-AUC 0.831
Recall 0.778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481328"/>
            <a:ext cx="4608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Lending Club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773936"/>
            <a:ext cx="46085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Logistic Regression
ROC-AUC 0.722
Recall 0.682</a:t>
            </a:r>
          </a:p>
        </p:txBody>
      </p:sp>
      <p:pic>
        <p:nvPicPr>
          <p:cNvPr id="14" name="Picture 13" descr="german-credi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4663440" cy="3108960"/>
          </a:xfrm>
          <a:prstGeom prst="rect">
            <a:avLst/>
          </a:prstGeom>
        </p:spPr>
      </p:pic>
      <p:pic>
        <p:nvPicPr>
          <p:cNvPr id="15" name="Picture 14" descr="lending-club-sample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03320"/>
            <a:ext cx="46634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Real PaddleOCR 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SROIE receipts + FUNSD forms converted into PaddleOCR recognition labels.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cr_workflow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035040" cy="23741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1600200"/>
            <a:ext cx="420624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t>Real scanned-document sources: ICDAR2019 SROIE and FUNSD.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t>Converter exports train/validation/test labels for PaddleOCR SimpleDataSet.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t>Baseline metrics are included only when generated from saved evaluation artifacts.</a:t>
            </a:r>
          </a:p>
          <a:p>
            <a:pPr>
              <a:defRPr sz="1400">
                <a:solidFill>
                  <a:srgbClr val="1B2631"/>
                </a:solidFill>
                <a:latin typeface="Aptos"/>
              </a:defRPr>
            </a:pPr>
            <a:r>
              <a:t>Real SROIE/FUNSD OCR pipeline status: prepared_real_dataset. Prepared recognition crops: train: 1200, val: 300, test: 300.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Measured OCR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Traceable to artifacts/ocr/real_ocr_finetune/baseline.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18488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11095"/>
            <a:ext cx="213969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08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618488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911095"/>
            <a:ext cx="213969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0.110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508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618488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Word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911095"/>
            <a:ext cx="213969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0.691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50876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1618488"/>
            <a:ext cx="21396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Exact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1911095"/>
            <a:ext cx="213969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0.440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102412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Evaluation uses held-out real scanned-document crops prepared from public datasets.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The same test labels can be reused after fine-tuning for baseline-vs-fine-tuned comparison.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Borrower-document deployment should add privacy-reviewed labeled financial 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Explainability And Traceability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rman-credi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3257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645920"/>
            <a:ext cx="475488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Feature-importance artifacts are generated for every benchmark run.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Metrics are exported as JSON and summarized in CSV.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Final report values can be traced to saved repository artifacts.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GitHub Submission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IPR Submission Proof: placeholder for copyright form and screenshot.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Report and PPT: final DOCX, PPTX, templates, markdown, and figures.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Source code: runnable code, configs, tests, data samples, and artifacts.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README.md: team details, project type, status, and run instructions.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Evaluation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Mapped directly to the final marking areas.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5120640" cy="960120"/>
          </a:xfrm>
          <a:prstGeom prst="roundRect">
            <a:avLst/>
          </a:prstGeom>
          <a:solidFill>
            <a:srgbClr val="FEF9E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481328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Filing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73936"/>
            <a:ext cx="4791455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IPR proof folder and copyright placeholder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12064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481328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Platform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773936"/>
            <a:ext cx="4791455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Required GitHub folders and runnable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5120640" cy="960120"/>
          </a:xfrm>
          <a:prstGeom prst="roundRect">
            <a:avLst/>
          </a:prstGeom>
          <a:solidFill>
            <a:srgbClr val="E8F8F5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898648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Revision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191256"/>
            <a:ext cx="4791455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Report, PPT, README, figures, templates, generator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88920"/>
            <a:ext cx="5120640" cy="960120"/>
          </a:xfrm>
          <a:prstGeom prst="roundRect">
            <a:avLst/>
          </a:prstGeom>
          <a:solidFill>
            <a:srgbClr val="F4ECF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898648"/>
            <a:ext cx="47914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Supervisor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91256"/>
            <a:ext cx="4791455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Progress and feedback reflected in final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2412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1B2631"/>
                </a:solidFill>
                <a:latin typeface="Aptos"/>
              </a:defRPr>
            </a:pPr>
            <a:r>
              <a:t>Repository is organized for external verification.</a:t>
            </a:r>
          </a:p>
          <a:p>
            <a:pPr>
              <a:defRPr sz="1600">
                <a:solidFill>
                  <a:srgbClr val="1B2631"/>
                </a:solidFill>
                <a:latin typeface="Aptos"/>
              </a:defRPr>
            </a:pPr>
            <a:r>
              <a:t>Final documents explain the project, evidence, run commands, and submission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2412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Delivered a reproducible AI-based loan risk assessment package.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Credit-scoring benchmark identifies strong transparent baselines.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OCR workflow shows practical document-intake extension potential.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Future work: larger Lending Club experiments, SHAP explanations, scanned-form OCR evaluation, and API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8813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200" b="1">
                <a:solidFill>
                  <a:srgbClr val="0B3C5D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566573"/>
                </a:solidFill>
                <a:latin typeface="Aptos"/>
              </a:rPr>
              <a:t>AI-Powered Credit Scoring and Document OCR System for Loan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B2631"/>
                </a:solidFill>
                <a:latin typeface="Aptos"/>
              </a:rPr>
              <a:t>Team: Om Tomar | Sahajpal Singh | Ridhima Chopra | Ishpreet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Department of Computer Science and Engineering, Chitkara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